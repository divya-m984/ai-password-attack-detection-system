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AI-Powered Password Attack
Detection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926080"/>
            <a:ext cx="4873752" cy="457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6E8"/>
                </a:solidFill>
              </a:rPr>
              <a:t>Progress Review — Defensive Authentication Anomaly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840480"/>
            <a:ext cx="2286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Frontend +
Backend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7448" y="3840480"/>
            <a:ext cx="2286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Algorithm
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74152" y="3840480"/>
            <a:ext cx="2286000" cy="1005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384048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AI
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8B"/>
                </a:solidFill>
              </a:rPr>
              <a:t>Phase 1 — COMPLETE     |     Phase 2 — Designed, pending implementation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3093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CD6E8"/>
                </a:solidFill>
              </a:rPr>
              <a:t>Defensive only — no credentials, hashes, tokens, or sessions stored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Why does this system need to exist?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200400" cy="13716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698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80 %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184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breaches involve
stolen credentials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960120"/>
            <a:ext cx="3200400" cy="13716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0698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1,000+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184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login attempts / min
in brute-force attacks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960120"/>
            <a:ext cx="3200400" cy="13716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069848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A8A8"/>
                </a:solidFill>
              </a:rPr>
              <a:t>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618488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before SOC teams
detect spray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Four primary attack classes detected by this system: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2928"/>
            <a:ext cx="237744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8895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Attack Class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852928"/>
            <a:ext cx="4572000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28895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18688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552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Normal Authentication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321868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325526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Legitimate login — baseline for anomaly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84448"/>
            <a:ext cx="237744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6210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Brute Force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3584448"/>
            <a:ext cx="457200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362102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High-rate repeated attempts against a single account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950208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986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Password Spraying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34640" y="395020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360" y="398678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One common password tried across many accounts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15968"/>
            <a:ext cx="237744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525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Credential Stuffing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4315968"/>
            <a:ext cx="4572000" cy="36576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0360" y="43525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Leaked username:password pairs replayed at scale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681728"/>
            <a:ext cx="237744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183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Distributed Brute Force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34640" y="4681728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0360" y="47183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Brute-force spread across many IPs to evade rate limits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2487168"/>
            <a:ext cx="4206240" cy="3749039"/>
          </a:xfrm>
          <a:prstGeom prst="rect">
            <a:avLst/>
          </a:prstGeom>
          <a:solidFill>
            <a:srgbClr val="F4F6F9"/>
          </a:solidFill>
          <a:ln w="1905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18120" y="25603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A8"/>
                </a:solidFill>
              </a:rPr>
              <a:t>Security Guarantees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18120" y="2999232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No plaintext passwords ever stored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No credential hashes retained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No real authentication attempts made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No tokens or session data captured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User IDs pseudonymised before storage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✓  Synthetic data only — no real breach lists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Four-layer design — status badges show what is built vs. planned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04672"/>
            <a:ext cx="5486400" cy="117043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859536"/>
            <a:ext cx="1188720" cy="2468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859536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86868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Frontend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Streamlit SOC Dashboard
• Real-time alert feed  • Attack-type filters  • Trend charts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29968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57984"/>
            <a:ext cx="5486400" cy="11704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12848"/>
            <a:ext cx="1188720" cy="2468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22199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Backend / 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96896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Inference &amp; Alert Service
• POST /events  • GET /alerts  • GET 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38328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511296"/>
            <a:ext cx="5486400" cy="1170432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3566160"/>
            <a:ext cx="1188720" cy="24688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566160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575304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&amp; Algorithm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50208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Auth-Event Schema + Privacy Pipeline
• Prohibited-field scan  • HMAC pseudonymisation  • Canonical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7365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64607"/>
            <a:ext cx="5486400" cy="117043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0" y="4919471"/>
            <a:ext cx="1188720" cy="2468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919471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928615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AI / ML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303519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Detection Engine
• Rule-based thresholds  • Logistic Regression  • Random Forest  • Isolation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804672"/>
            <a:ext cx="5577840" cy="5532120"/>
          </a:xfrm>
          <a:prstGeom prst="rect">
            <a:avLst/>
          </a:prstGeom>
          <a:solidFill>
            <a:srgbClr val="F4F6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8778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Designed End-to-End 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261872"/>
            <a:ext cx="5212080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1389888"/>
            <a:ext cx="1051560" cy="21945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1389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1353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Raw auth metadata arrives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17647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1947672"/>
            <a:ext cx="5212080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2075688"/>
            <a:ext cx="1051560" cy="21945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20756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039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Prohibited-field scan (Phase 2)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24505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633472"/>
            <a:ext cx="5212080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46520" y="2761488"/>
            <a:ext cx="1051560" cy="21945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27614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27249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Privacy pseudonymisation (Phase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1363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319272"/>
            <a:ext cx="5212080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520" y="3447288"/>
            <a:ext cx="1051560" cy="219456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4472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34107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Canonical schema validation (Phase 2)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38221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005072"/>
            <a:ext cx="521208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46520" y="4133088"/>
            <a:ext cx="1051560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46520" y="41330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40965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FastAPI ingest endpoint (Phase 3)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60" y="45079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690872"/>
            <a:ext cx="521208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46520" y="4818888"/>
            <a:ext cx="1051560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48188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47823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Rule engine + ML scoring (Phase 3/4)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23960" y="519379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5376672"/>
            <a:ext cx="521208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46520" y="5504688"/>
            <a:ext cx="1051560" cy="21945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5504688"/>
            <a:ext cx="1051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546811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Alert to Streamlit dashboard (Phase 4)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Frontend + Backend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Review requirement: what is planned, how they connect, and what is already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88720" cy="2468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789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A8"/>
                </a:solidFill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288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Streamlit SOC Dashboard
• Alert severity feed
• Attack-type timeline
• IP / account heatmap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828800"/>
            <a:ext cx="1645920" cy="64008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REST / 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542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E3A5F"/>
                </a:solidFill>
              </a:rPr>
              <a:t>(Designed)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7276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A8A8"/>
                </a:solidFill>
              </a:rPr>
              <a:t>←  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1005840"/>
            <a:ext cx="3566160" cy="2286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078992"/>
            <a:ext cx="1188720" cy="2468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078992"/>
            <a:ext cx="1188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4173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A8"/>
                </a:solidFill>
              </a:rPr>
              <a:t>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828800"/>
            <a:ext cx="32918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Inference &amp; Alert Service
• POST /events  (ingest)
• GET  /alerts  (query)
• GET  /health  (diagnostics)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55480" y="1005840"/>
            <a:ext cx="2286000" cy="2286000"/>
          </a:xfrm>
          <a:prstGeom prst="rect">
            <a:avLst/>
          </a:prstGeom>
          <a:solidFill>
            <a:srgbClr val="F4F6F9"/>
          </a:solidFill>
          <a:ln w="25400">
            <a:solidFill>
              <a:srgbClr val="00C2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1078992"/>
            <a:ext cx="1920240" cy="246888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1078992"/>
            <a:ext cx="1920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1417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28B"/>
                </a:solidFill>
              </a:rPr>
              <a:t>Foundation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18288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✓  Typed Pydantic schemas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✓  pydantic-settings config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✓  Typer CLI + doctor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✓  structlog logging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✓  64 tests passing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429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Component-level status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767328"/>
            <a:ext cx="329184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80390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767328"/>
            <a:ext cx="347472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03320" y="38039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0" y="3767328"/>
            <a:ext cx="1371600" cy="347472"/>
          </a:xfrm>
          <a:prstGeom prst="rect">
            <a:avLst/>
          </a:prstGeom>
          <a:solidFill>
            <a:srgbClr val="1E3A5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78040" y="38039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15137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Installable package + CLI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4114800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415137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Typer, Rich, hatchling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4114800"/>
            <a:ext cx="1371600" cy="347472"/>
          </a:xfrm>
          <a:prstGeom prst="rect">
            <a:avLst/>
          </a:prstGeom>
          <a:solidFill>
            <a:srgbClr val="00C2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415137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462272"/>
            <a:ext cx="3291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49884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Typed configuration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0" y="4462272"/>
            <a:ext cx="3474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03320" y="44988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pydantic-settings, PyYAML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4462272"/>
            <a:ext cx="1371600" cy="347472"/>
          </a:xfrm>
          <a:prstGeom prst="rect">
            <a:avLst/>
          </a:prstGeom>
          <a:solidFill>
            <a:srgbClr val="00C2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44988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809744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Structured logging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4809744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4846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structlog (JSON / console)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4809744"/>
            <a:ext cx="1371600" cy="347472"/>
          </a:xfrm>
          <a:prstGeom prst="rect">
            <a:avLst/>
          </a:prstGeom>
          <a:solidFill>
            <a:srgbClr val="00C2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7804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157216"/>
            <a:ext cx="3291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1937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Path management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0" y="5157216"/>
            <a:ext cx="3474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03320" y="519379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pathlib, repo-root discovery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5157216"/>
            <a:ext cx="1371600" cy="347472"/>
          </a:xfrm>
          <a:prstGeom prst="rect">
            <a:avLst/>
          </a:prstGeom>
          <a:solidFill>
            <a:srgbClr val="00C2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78040" y="51937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504688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54126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Auth-event schema (Pydantic)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5504688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3320" y="55412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pydantic v2, HMAC pseudonymisation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132320" y="5504688"/>
            <a:ext cx="1371600" cy="347472"/>
          </a:xfrm>
          <a:prstGeom prst="rect">
            <a:avLst/>
          </a:prstGeom>
          <a:solidFill>
            <a:srgbClr val="00A8A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78040" y="5541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852160"/>
            <a:ext cx="3291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588873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Synthetic dataset builder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0" y="5852160"/>
            <a:ext cx="3474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03320" y="588873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9-scenario generator, Parquet export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32320" y="5852160"/>
            <a:ext cx="1371600" cy="347472"/>
          </a:xfrm>
          <a:prstGeom prst="rect">
            <a:avLst/>
          </a:prstGeom>
          <a:solidFill>
            <a:srgbClr val="00A8A8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78040" y="5888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6199632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1480" y="62362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FastAPI service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6199632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623620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FastAPI + Uvicorn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132320" y="6199632"/>
            <a:ext cx="1371600" cy="347472"/>
          </a:xfrm>
          <a:prstGeom prst="rect">
            <a:avLst/>
          </a:prstGeom>
          <a:solidFill>
            <a:srgbClr val="6474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178040" y="62362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6547104"/>
            <a:ext cx="329184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1480" y="6583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REST /events, /alerts, /health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0" y="6547104"/>
            <a:ext cx="3474720" cy="347472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703320" y="65836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OpenAPI auto-generated from models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132320" y="6547104"/>
            <a:ext cx="1371600" cy="347472"/>
          </a:xfrm>
          <a:prstGeom prst="rect">
            <a:avLst/>
          </a:prstGeom>
          <a:solidFill>
            <a:srgbClr val="6474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178040" y="65836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5760" y="6894576"/>
            <a:ext cx="32918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69311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Streamlit SOC dashboard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657600" y="6894576"/>
            <a:ext cx="3474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703320" y="693115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Charts, filters, live alert feed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132320" y="6894576"/>
            <a:ext cx="1371600" cy="347472"/>
          </a:xfrm>
          <a:prstGeom prst="rect">
            <a:avLst/>
          </a:prstGeom>
          <a:solidFill>
            <a:srgbClr val="64748B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178040" y="693115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Algorithm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Left: Phase 2 data pipeline (Designed)     |     Right: Future detection algorithm (Planned)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349240" cy="38404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78408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— Data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05840"/>
            <a:ext cx="1188720" cy="25603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417320"/>
            <a:ext cx="5257800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" y="1472184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Raw Authentication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70632" y="2075688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2276856"/>
            <a:ext cx="52578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" y="2331720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Prohibited-Field Scan
(reject passwords, hashes, tokens)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93522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136392"/>
            <a:ext cx="5257800" cy="658368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" y="3191256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Privacy-Preserving Pseudonymisation
(HMAC-SHA256; original ID discarded)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379476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3995928"/>
            <a:ext cx="5257800" cy="658368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" y="4050792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Canonical Schema Validation
(Pydantic; reject malformed events)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70632" y="465429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55464"/>
            <a:ext cx="5257800" cy="65836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" y="4910328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Canonical Dataset
(Parquet; event telemetry only)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70632" y="5513831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A8A8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5714999"/>
            <a:ext cx="5257800" cy="6583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" y="5769863"/>
            <a:ext cx="51114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Quality Report &amp; Manifest
(row counts, rejection rate, schema hash)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33872" y="960120"/>
            <a:ext cx="36576" cy="5577840"/>
          </a:xfrm>
          <a:prstGeom prst="rect">
            <a:avLst/>
          </a:prstGeom>
          <a:solidFill>
            <a:srgbClr val="CCD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89320" y="960120"/>
            <a:ext cx="5852160" cy="3840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80760" y="978408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Future Detection Algorithm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1005840"/>
            <a:ext cx="118872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07040" y="1005840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" y="1417320"/>
            <a:ext cx="5760720" cy="78638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8" y="1472184"/>
            <a:ext cx="56144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Canonical Events
(from Phase 2 pipeline output)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203704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" y="2459736"/>
            <a:ext cx="5760720" cy="786384"/>
          </a:xfrm>
          <a:prstGeom prst="rect">
            <a:avLst/>
          </a:prstGeom>
          <a:solidFill>
            <a:srgbClr val="4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8" y="2514600"/>
            <a:ext cx="56144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Rolling-Window Behavioral Features
(rates, counts, geo-delta, temporal)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3246120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" y="3502152"/>
            <a:ext cx="5760720" cy="786384"/>
          </a:xfrm>
          <a:prstGeom prst="rect">
            <a:avLst/>
          </a:prstGeom>
          <a:solidFill>
            <a:srgbClr val="2E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8" y="3557016"/>
            <a:ext cx="56144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Rule-Based Detection
(threshold checks; Phase 3)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4288536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" y="4544568"/>
            <a:ext cx="5760720" cy="7863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8" y="4599432"/>
            <a:ext cx="56144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ML Classification
(Logistic Regression → Random Forest → Gradient Boost)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330952"/>
            <a:ext cx="457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" y="5586984"/>
            <a:ext cx="5760720" cy="786384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8" y="5641848"/>
            <a:ext cx="561441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Combined Risk Score &amp; Alert
(Isolation Forest for unknown anomalies)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Dataset Design and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Synthetic telemetry  •  Privacy-first design  •  Ground-truth separated  •  Generation pending Phase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68680"/>
            <a:ext cx="5349240" cy="2743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9611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349240" cy="93268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188720"/>
            <a:ext cx="51297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Realistic synthetic authentication-event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1472184"/>
            <a:ext cx="512978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A1A2E"/>
                </a:solidFill>
              </a:rPr>
              <a:t>Real authentication logs may contain sensitive usernames, IP addresses, device identifiers, locations, and security information. This project uses reproducible synthetic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48840"/>
            <a:ext cx="5349240" cy="274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76272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Canonical Event Dataset  (11 columns)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5349240" cy="237744"/>
          </a:xfrm>
          <a:prstGeom prst="rect">
            <a:avLst/>
          </a:prstGeom>
          <a:solidFill>
            <a:srgbClr val="1A5C7A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59736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660904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event_time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98648"/>
            <a:ext cx="5349240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35224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user_id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36392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172968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source_id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74136"/>
            <a:ext cx="5349240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410712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device_id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11880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648456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application_id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9624"/>
            <a:ext cx="5349240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886200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authentication_method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87368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123944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authentication_outcome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25112"/>
            <a:ext cx="5349240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361688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failure_reason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62856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599432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country_code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0600"/>
            <a:ext cx="5349240" cy="237744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37176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user_agent_family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038344"/>
            <a:ext cx="534924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074920"/>
            <a:ext cx="5257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response_time_ms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340096"/>
            <a:ext cx="5349240" cy="960120"/>
          </a:xfrm>
          <a:prstGeom prst="rect">
            <a:avLst/>
          </a:prstGeom>
          <a:solidFill>
            <a:srgbClr val="F4F6F9"/>
          </a:solidFill>
          <a:ln w="1016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5413248"/>
            <a:ext cx="5166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✗  identifiers are fictional or pseudonymized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✗  passwords are never stored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✗  password hashes are never stored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✗  tokens and credentials are never stored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868680"/>
            <a:ext cx="5879592" cy="274320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80760" y="896112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Separate Ground-Truth Dataset  (5 columns)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1143000"/>
            <a:ext cx="5879592" cy="274320"/>
          </a:xfrm>
          <a:prstGeom prst="rect">
            <a:avLst/>
          </a:prstGeom>
          <a:solidFill>
            <a:srgbClr val="0F3D5C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117957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Column Name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89320" y="1417320"/>
            <a:ext cx="5879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45389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event_id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989320" y="1691640"/>
            <a:ext cx="5879592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172821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campaign_id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9320" y="1965960"/>
            <a:ext cx="5879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35040" y="200253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scenario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9320" y="2240280"/>
            <a:ext cx="5879592" cy="274320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227685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malicious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514600"/>
            <a:ext cx="587959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0" y="2551176"/>
            <a:ext cx="5788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supervised_training_eligible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9320" y="2862071"/>
            <a:ext cx="5879592" cy="47548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80760" y="2926079"/>
            <a:ext cx="56967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1F44"/>
                </a:solidFill>
              </a:rPr>
              <a:t>Ground-truth labels are stored separately from authentication telemetry to prevent target leakage.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428999"/>
            <a:ext cx="5879592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80760" y="3456431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Behavioral Scenarios  (9 planned)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89320" y="3703319"/>
            <a:ext cx="5879592" cy="134416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0760" y="3758183"/>
            <a:ext cx="28483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normal authentication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brute force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password spraying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credential stuffing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distributed brute force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29116" y="3758183"/>
            <a:ext cx="28483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account-takeover indicators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impossible travel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bot-like activity</a:t>
            </a:r>
          </a:p>
          <a:p>
            <a:pPr>
              <a:spcBef>
                <a:spcPts val="100"/>
              </a:spcBef>
            </a:pPr>
            <a:r>
              <a:rPr sz="1100">
                <a:solidFill>
                  <a:srgbClr val="1A1A2E"/>
                </a:solidFill>
              </a:rPr>
              <a:t>•  novel anomaly holdout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5138927"/>
            <a:ext cx="5879592" cy="27432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60" y="5166359"/>
            <a:ext cx="574243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Dataset Scale and Status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89320" y="5413247"/>
            <a:ext cx="5879592" cy="29260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89320" y="5413247"/>
            <a:ext cx="5879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DESIGNED  /  IN PROGRESS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89320" y="5705855"/>
            <a:ext cx="5879592" cy="685800"/>
          </a:xfrm>
          <a:prstGeom prst="rect">
            <a:avLst/>
          </a:prstGeom>
          <a:solidFill>
            <a:srgbClr val="F4F6F9"/>
          </a:solidFill>
          <a:ln w="1016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0760" y="5760719"/>
            <a:ext cx="5696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</a:pPr>
            <a:r>
              <a:rPr sz="1000">
                <a:solidFill>
                  <a:srgbClr val="1A1A2E"/>
                </a:solidFill>
              </a:rPr>
              <a:t>•  Development target: ~50,000 events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A1A2E"/>
                </a:solidFill>
              </a:rPr>
              <a:t>•  Automated tests: &lt;200 deterministic events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A1A2E"/>
                </a:solidFill>
              </a:rPr>
              <a:t>•  Schema and generation architecture: designed</a:t>
            </a:r>
          </a:p>
          <a:p>
            <a:pPr>
              <a:spcBef>
                <a:spcPts val="100"/>
              </a:spcBef>
            </a:pPr>
            <a:r>
              <a:rPr sz="1000">
                <a:solidFill>
                  <a:srgbClr val="1A1A2E"/>
                </a:solidFill>
              </a:rPr>
              <a:t>•  Complete dataset generation and validation: pending Phase 2 implementation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Synthetic scenarios  •  Ground-truth separation  •  Classifier roadmap  [all Designed / Planned]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486400" cy="384048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978408"/>
            <a:ext cx="4206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Synthetic Behavioral Scenarios (9)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005840"/>
            <a:ext cx="1280160" cy="25603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408176"/>
            <a:ext cx="53035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Normal authentication — baseline Poisson-distributed traffic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Brute force — high-rate single-account attack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Password spraying — 1 attempt × many accounts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Credential stuffing — combo-list replay pattern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Distributed brute force — spread across many source IPs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Account-takeover indicators — unusual access after long absence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Impossible travel — logins from distant geos within minutes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Bot-like activity — machine-rate cadence, identical user-agents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Novel anomaly holdout — reserved unseen class for eval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480560"/>
            <a:ext cx="5486400" cy="384048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4988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Ground-Truth Label Separation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864608"/>
            <a:ext cx="5486400" cy="1417320"/>
          </a:xfrm>
          <a:prstGeom prst="rect">
            <a:avLst/>
          </a:prstGeom>
          <a:solidFill>
            <a:srgbClr val="F4F6F9"/>
          </a:solidFill>
          <a:ln w="1016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919472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Event telemetry  ≠  labels  — stored in separate datasets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Canonical dataset contains NO attack labels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Synthetic ground-truth file links via pseudonymised event ID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Prevents target leakage when training classifiers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•  Unsupervised models (Isolation Forest) use events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960120"/>
            <a:ext cx="576072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978408"/>
            <a:ext cx="4389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Classifier Roadmap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61320" y="1005840"/>
            <a:ext cx="123444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61320" y="100584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1408176"/>
            <a:ext cx="5760720" cy="1143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1463040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Phase 3 — Rule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1819656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Threshold-based rules
Rate, IP-count, geo-delta checks
FastAPI trigger on breach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670048"/>
            <a:ext cx="5760720" cy="1143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2724912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Phase 4a — Supervised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3081528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Logistic Regression (interpretable baseline)
Random Forest (feature importance)
Gradient Boosting where justified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931920"/>
            <a:ext cx="5760720" cy="1143000"/>
          </a:xfrm>
          <a:prstGeom prst="rect">
            <a:avLst/>
          </a:prstGeom>
          <a:solidFill>
            <a:srgbClr val="0F3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986784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Phase 4b — Unsupervised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343400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Isolation Forest
Detects unknown / novel anomalies
No labels required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5193792"/>
            <a:ext cx="5760720" cy="1143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200" y="524865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Phase 5 — Research (optional)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605272"/>
            <a:ext cx="5577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Sequence modelling (if Phase 4 justifies)
Explainability (SHAP / LIME)
MLflow experiment tracking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Completed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Phase 1: Implemented   |   Phase 2: Designed — pending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5623560" cy="53218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Phase 1 — Engineering 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051560"/>
            <a:ext cx="1600200" cy="2743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051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Installable Python package (src layout, hatchling)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Typer CLI: version, doctor, show-config commands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pydantic-settings config (PAD_* env-var prefix)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Multi-environment YAML: development / testing / production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structlog structured logging (console + JSON renderers)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Centralized pathlib path management (repo-root discovery)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Custom exception hierarchy (ConfigurationError, etc.)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64 tests, 95.71 % coverage (threshold 85 %)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mypy strict — zero type errors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Ruff linting + formatting — all checks clean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pre-commit hooks configured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scripts/verify.sh — mirrors CI exactly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FFFFFF"/>
                </a:solidFill>
              </a:rPr>
              <a:t>•  Reproducible wheel + sdist build (uv build)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623560" cy="5321808"/>
          </a:xfrm>
          <a:prstGeom prst="rect">
            <a:avLst/>
          </a:prstGeom>
          <a:solidFill>
            <a:srgbClr val="F4F6F9"/>
          </a:solidFill>
          <a:ln w="1905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0058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</a:rPr>
              <a:t>Phase 2 — Data Foundation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1051560"/>
            <a:ext cx="1554480" cy="2743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0" y="1051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5303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Auth-event Pydantic schema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Prohibited-field scan (reject credentials)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HMAC-SHA256 user-ID pseudonymisation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Canonical schema validation pipeline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Synthetic data generator — 9 scenarios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Ground-truth label file (separate from events)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Rolling-window feature extraction module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Parquet canonical dataset writer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Quality report &amp; manifest generator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Unit tests for all new modules</a:t>
            </a:r>
          </a:p>
          <a:p>
            <a:pPr>
              <a:spcBef>
                <a:spcPts val="300"/>
              </a:spcBef>
            </a:pPr>
            <a:r>
              <a:rPr sz="1200">
                <a:solidFill>
                  <a:srgbClr val="1A1A2E"/>
                </a:solidFill>
              </a:rPr>
              <a:t>•  Coverage target: ≥ 85 %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925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3A5F"/>
                </a:solidFill>
              </a:rPr>
              <a:t>Target: labelled canonical dataset ready for Phase 3 rule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Demo &amp; Readiness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What can be shown today  vs  what is coming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6949440" cy="528523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Ready to Demo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97280"/>
            <a:ext cx="1737360" cy="274320"/>
          </a:xfrm>
          <a:prstGeom prst="rect">
            <a:avLst/>
          </a:prstGeom>
          <a:solidFill>
            <a:srgbClr val="00C2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097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66751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password-attack-detector version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password-attack-detector doctor    (all checks PASS)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password-attack-detector show-config    (secrets redacted)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PAD_ENVIRONMENT=production python -m password_attack_detector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uv run pytest    →  64 passed, 95.71 % coverage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uv run mypy src tests    →  Success (strict mode, 0 errors)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uv run ruff check .    →  All checks passed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✓  uv build    →  wheel + sdist created cleanly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52360" y="1005840"/>
            <a:ext cx="4389120" cy="5285232"/>
          </a:xfrm>
          <a:prstGeom prst="rect">
            <a:avLst/>
          </a:prstGeom>
          <a:solidFill>
            <a:srgbClr val="F4F6F9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0515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B300"/>
                </a:solidFill>
              </a:rPr>
              <a:t>Upcoming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5087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[Designed] Auth-event schema &amp; pseudonymisation (Phase 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[Designed] Synthetic dataset generator — 9 scenarios (Phase 2)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[Planned]  FastAPI /events endpoint (Phase 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[Planned]  Rule-based detection engine (Phase 3)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[Planned]  ML classifiers (Phase 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[Planned]  Streamlit SOC dashboard (Phase 4)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1A2E"/>
                </a:solidFill>
              </a:rPr>
              <a:t>◦  [Planned]  Docker + deployment (Phase 5+)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6364224"/>
            <a:ext cx="11521440" cy="3200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391656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8A8"/>
                </a:solidFill>
              </a:rPr>
              <a:t>$ bash scripts/verify.sh     # mirrors CI — all checks must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3657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Future Work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486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3A5F"/>
                </a:solidFill>
              </a:rPr>
              <a:t>Phased delivery — each phase produces artefacts that gate the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697480" cy="43891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1498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99032"/>
            <a:ext cx="2697480" cy="621792"/>
          </a:xfrm>
          <a:prstGeom prst="rect">
            <a:avLst/>
          </a:prstGeom>
          <a:solidFill>
            <a:srgbClr val="F4F6F9"/>
          </a:solidFill>
          <a:ln w="15240">
            <a:solidFill>
              <a:srgbClr val="00A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35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A8A8"/>
                </a:solidFill>
              </a:rPr>
              <a:t>Data Foundation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2057400"/>
            <a:ext cx="1371600" cy="237744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0574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Designed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0824"/>
            <a:ext cx="2697480" cy="459028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10312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Auth-event schema + pseudonymisation
• 9-scenario synthetic generator
• Canonical Parquet dataset
• Separate ground-truth label file
• Quality report &amp; manifest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82112" y="960120"/>
            <a:ext cx="2697480" cy="43891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01498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1399032"/>
            <a:ext cx="2697480" cy="621792"/>
          </a:xfrm>
          <a:prstGeom prst="rect">
            <a:avLst/>
          </a:prstGeom>
          <a:solidFill>
            <a:srgbClr val="F4F6F9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2" y="1435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</a:rPr>
              <a:t>Rule Engine
+ FastAPI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16552" y="2057400"/>
            <a:ext cx="137160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20574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82112" y="2020824"/>
            <a:ext cx="2697480" cy="459028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73552" y="210312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Threshold rules (rate, IP count)
• Geo-delta / impossible-travel check
• FastAPI ingest service
• POST /events, GET /alerts
• Integration tests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9904" y="960120"/>
            <a:ext cx="2697480" cy="438912"/>
          </a:xfrm>
          <a:prstGeom prst="rect">
            <a:avLst/>
          </a:prstGeom>
          <a:solidFill>
            <a:srgbClr val="1A5C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101498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9904" y="1399032"/>
            <a:ext cx="2697480" cy="621792"/>
          </a:xfrm>
          <a:prstGeom prst="rect">
            <a:avLst/>
          </a:prstGeom>
          <a:solidFill>
            <a:srgbClr val="F4F6F9"/>
          </a:solidFill>
          <a:ln w="15240">
            <a:solidFill>
              <a:srgbClr val="1A5C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9904" y="1435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C7A"/>
                </a:solidFill>
              </a:rPr>
              <a:t>ML Models
+ Dashboard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24344" y="2057400"/>
            <a:ext cx="137160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4344" y="20574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9904" y="2020824"/>
            <a:ext cx="2697480" cy="459028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81344" y="210312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Regression (baseline)
• Random Forest (feature importance)
• Gradient Boosting (where justified)
• Isolation Forest (novel anomalies)
• Streamlit SOC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97696" y="960120"/>
            <a:ext cx="2697480" cy="438912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97696" y="1014984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Phase 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97696" y="1399032"/>
            <a:ext cx="2697480" cy="621792"/>
          </a:xfrm>
          <a:prstGeom prst="rect">
            <a:avLst/>
          </a:prstGeom>
          <a:solidFill>
            <a:srgbClr val="F4F6F9"/>
          </a:solidFill>
          <a:ln w="15240">
            <a:solidFill>
              <a:srgbClr val="0A1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97696" y="1435608"/>
            <a:ext cx="2697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MLOps +
Optional Research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32136" y="2057400"/>
            <a:ext cx="1371600" cy="23774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32136" y="20574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Planned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97696" y="2020824"/>
            <a:ext cx="2697480" cy="4590288"/>
          </a:xfrm>
          <a:prstGeom prst="rect">
            <a:avLst/>
          </a:prstGeom>
          <a:solidFill>
            <a:srgbClr val="F4F6F9"/>
          </a:solidFill>
          <a:ln w="6350">
            <a:solidFill>
              <a:srgbClr val="CC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89136" y="2103120"/>
            <a:ext cx="2514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MLflow experiment tracking
• DVC dataset versioning
• SHAP / LIME explainability
• Sequence modelling if justified
• Performance benchmarking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400800"/>
            <a:ext cx="12188952" cy="164592"/>
          </a:xfrm>
          <a:prstGeom prst="rect">
            <a:avLst/>
          </a:prstGeom>
          <a:solidFill>
            <a:srgbClr val="00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409944"/>
            <a:ext cx="114300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All phases: no credential storage  •  defensive only  •  mypy strict  •  ≥ 85 % test coverage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0196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6E8"/>
                </a:solidFill>
              </a:rPr>
              <a:t>Current implementation status: Phase 1 complete; Phase 2 data foundation designed and pending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